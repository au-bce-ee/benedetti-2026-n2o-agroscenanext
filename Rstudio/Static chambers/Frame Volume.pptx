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2C400B4-A147-4468-B995-30D31303B4D2}" v="8" dt="2025-08-28T12:18:49.7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21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blo Garcia Perez" userId="f4931af9-33b2-486a-b7d3-b6b0fe0c0281" providerId="ADAL" clId="{F2C400B4-A147-4468-B995-30D31303B4D2}"/>
    <pc:docChg chg="undo custSel addSld modSld">
      <pc:chgData name="Pablo Garcia Perez" userId="f4931af9-33b2-486a-b7d3-b6b0fe0c0281" providerId="ADAL" clId="{F2C400B4-A147-4468-B995-30D31303B4D2}" dt="2025-08-28T12:18:53.320" v="140" actId="20577"/>
      <pc:docMkLst>
        <pc:docMk/>
      </pc:docMkLst>
      <pc:sldChg chg="addSp delSp modSp new mod">
        <pc:chgData name="Pablo Garcia Perez" userId="f4931af9-33b2-486a-b7d3-b6b0fe0c0281" providerId="ADAL" clId="{F2C400B4-A147-4468-B995-30D31303B4D2}" dt="2025-08-28T12:18:53.320" v="140" actId="20577"/>
        <pc:sldMkLst>
          <pc:docMk/>
          <pc:sldMk cId="665352017" sldId="256"/>
        </pc:sldMkLst>
        <pc:spChg chg="del">
          <ac:chgData name="Pablo Garcia Perez" userId="f4931af9-33b2-486a-b7d3-b6b0fe0c0281" providerId="ADAL" clId="{F2C400B4-A147-4468-B995-30D31303B4D2}" dt="2025-08-28T12:10:13.252" v="1" actId="478"/>
          <ac:spMkLst>
            <pc:docMk/>
            <pc:sldMk cId="665352017" sldId="256"/>
            <ac:spMk id="2" creationId="{F41D3556-0AC4-7F3D-1555-74B504CD679A}"/>
          </ac:spMkLst>
        </pc:spChg>
        <pc:spChg chg="del">
          <ac:chgData name="Pablo Garcia Perez" userId="f4931af9-33b2-486a-b7d3-b6b0fe0c0281" providerId="ADAL" clId="{F2C400B4-A147-4468-B995-30D31303B4D2}" dt="2025-08-28T12:10:15.041" v="2" actId="478"/>
          <ac:spMkLst>
            <pc:docMk/>
            <pc:sldMk cId="665352017" sldId="256"/>
            <ac:spMk id="3" creationId="{461C94C9-864A-608B-26D7-12AA2EA19123}"/>
          </ac:spMkLst>
        </pc:spChg>
        <pc:spChg chg="add mod ord">
          <ac:chgData name="Pablo Garcia Perez" userId="f4931af9-33b2-486a-b7d3-b6b0fe0c0281" providerId="ADAL" clId="{F2C400B4-A147-4468-B995-30D31303B4D2}" dt="2025-08-28T12:14:53.414" v="98" actId="207"/>
          <ac:spMkLst>
            <pc:docMk/>
            <pc:sldMk cId="665352017" sldId="256"/>
            <ac:spMk id="4" creationId="{680C8A35-2EE4-5403-FCFE-70F81A6F2C8E}"/>
          </ac:spMkLst>
        </pc:spChg>
        <pc:spChg chg="add del">
          <ac:chgData name="Pablo Garcia Perez" userId="f4931af9-33b2-486a-b7d3-b6b0fe0c0281" providerId="ADAL" clId="{F2C400B4-A147-4468-B995-30D31303B4D2}" dt="2025-08-28T12:10:52.901" v="6" actId="478"/>
          <ac:spMkLst>
            <pc:docMk/>
            <pc:sldMk cId="665352017" sldId="256"/>
            <ac:spMk id="5" creationId="{BDA7A940-0D61-3244-166C-D83B4BD6D672}"/>
          </ac:spMkLst>
        </pc:spChg>
        <pc:spChg chg="add del">
          <ac:chgData name="Pablo Garcia Perez" userId="f4931af9-33b2-486a-b7d3-b6b0fe0c0281" providerId="ADAL" clId="{F2C400B4-A147-4468-B995-30D31303B4D2}" dt="2025-08-28T12:11:08.461" v="8" actId="11529"/>
          <ac:spMkLst>
            <pc:docMk/>
            <pc:sldMk cId="665352017" sldId="256"/>
            <ac:spMk id="6" creationId="{2FEFEA93-9FBB-7D6A-4A87-6332805B7815}"/>
          </ac:spMkLst>
        </pc:spChg>
        <pc:spChg chg="add del">
          <ac:chgData name="Pablo Garcia Perez" userId="f4931af9-33b2-486a-b7d3-b6b0fe0c0281" providerId="ADAL" clId="{F2C400B4-A147-4468-B995-30D31303B4D2}" dt="2025-08-28T12:11:17.394" v="10" actId="478"/>
          <ac:spMkLst>
            <pc:docMk/>
            <pc:sldMk cId="665352017" sldId="256"/>
            <ac:spMk id="7" creationId="{F43C3484-D17B-124F-E468-CBD00FE418DA}"/>
          </ac:spMkLst>
        </pc:spChg>
        <pc:spChg chg="add ord">
          <ac:chgData name="Pablo Garcia Perez" userId="f4931af9-33b2-486a-b7d3-b6b0fe0c0281" providerId="ADAL" clId="{F2C400B4-A147-4468-B995-30D31303B4D2}" dt="2025-08-28T12:14:38.083" v="62" actId="171"/>
          <ac:spMkLst>
            <pc:docMk/>
            <pc:sldMk cId="665352017" sldId="256"/>
            <ac:spMk id="8" creationId="{4A46A7DC-2540-55A9-ACC5-9220981DDC38}"/>
          </ac:spMkLst>
        </pc:spChg>
        <pc:spChg chg="add mod">
          <ac:chgData name="Pablo Garcia Perez" userId="f4931af9-33b2-486a-b7d3-b6b0fe0c0281" providerId="ADAL" clId="{F2C400B4-A147-4468-B995-30D31303B4D2}" dt="2025-08-28T12:13:51.429" v="44" actId="1038"/>
          <ac:spMkLst>
            <pc:docMk/>
            <pc:sldMk cId="665352017" sldId="256"/>
            <ac:spMk id="12" creationId="{10B97BD1-CC8D-4C3A-EFDD-1B9CEC51C1C8}"/>
          </ac:spMkLst>
        </pc:spChg>
        <pc:spChg chg="add mod">
          <ac:chgData name="Pablo Garcia Perez" userId="f4931af9-33b2-486a-b7d3-b6b0fe0c0281" providerId="ADAL" clId="{F2C400B4-A147-4468-B995-30D31303B4D2}" dt="2025-08-28T12:13:29.350" v="37" actId="1036"/>
          <ac:spMkLst>
            <pc:docMk/>
            <pc:sldMk cId="665352017" sldId="256"/>
            <ac:spMk id="13" creationId="{CB2A977D-4E33-19D8-D8FA-C41087D0D4F3}"/>
          </ac:spMkLst>
        </pc:spChg>
        <pc:spChg chg="add mod">
          <ac:chgData name="Pablo Garcia Perez" userId="f4931af9-33b2-486a-b7d3-b6b0fe0c0281" providerId="ADAL" clId="{F2C400B4-A147-4468-B995-30D31303B4D2}" dt="2025-08-28T12:13:42.737" v="39" actId="1076"/>
          <ac:spMkLst>
            <pc:docMk/>
            <pc:sldMk cId="665352017" sldId="256"/>
            <ac:spMk id="14" creationId="{850BBACF-CFD9-FA2D-52BB-C9343A4C4833}"/>
          </ac:spMkLst>
        </pc:spChg>
        <pc:spChg chg="add mod">
          <ac:chgData name="Pablo Garcia Perez" userId="f4931af9-33b2-486a-b7d3-b6b0fe0c0281" providerId="ADAL" clId="{F2C400B4-A147-4468-B995-30D31303B4D2}" dt="2025-08-28T12:16:09.480" v="109" actId="1076"/>
          <ac:spMkLst>
            <pc:docMk/>
            <pc:sldMk cId="665352017" sldId="256"/>
            <ac:spMk id="17" creationId="{F5EEC077-9D0F-9268-0A4E-00F0159256C2}"/>
          </ac:spMkLst>
        </pc:spChg>
        <pc:spChg chg="add mod">
          <ac:chgData name="Pablo Garcia Perez" userId="f4931af9-33b2-486a-b7d3-b6b0fe0c0281" providerId="ADAL" clId="{F2C400B4-A147-4468-B995-30D31303B4D2}" dt="2025-08-28T12:17:57.431" v="124" actId="20577"/>
          <ac:spMkLst>
            <pc:docMk/>
            <pc:sldMk cId="665352017" sldId="256"/>
            <ac:spMk id="20" creationId="{B3798AE0-D9A3-1C4A-2666-F93C24265EB8}"/>
          </ac:spMkLst>
        </pc:spChg>
        <pc:spChg chg="add mod">
          <ac:chgData name="Pablo Garcia Perez" userId="f4931af9-33b2-486a-b7d3-b6b0fe0c0281" providerId="ADAL" clId="{F2C400B4-A147-4468-B995-30D31303B4D2}" dt="2025-08-28T12:18:46.775" v="136" actId="207"/>
          <ac:spMkLst>
            <pc:docMk/>
            <pc:sldMk cId="665352017" sldId="256"/>
            <ac:spMk id="25" creationId="{88F4789F-7D0C-C1A3-8CCE-23B51EAE2CDE}"/>
          </ac:spMkLst>
        </pc:spChg>
        <pc:spChg chg="add mod">
          <ac:chgData name="Pablo Garcia Perez" userId="f4931af9-33b2-486a-b7d3-b6b0fe0c0281" providerId="ADAL" clId="{F2C400B4-A147-4468-B995-30D31303B4D2}" dt="2025-08-28T12:18:53.320" v="140" actId="20577"/>
          <ac:spMkLst>
            <pc:docMk/>
            <pc:sldMk cId="665352017" sldId="256"/>
            <ac:spMk id="26" creationId="{ED16E0A0-1404-B78C-7718-BB2A0ACB8FA8}"/>
          </ac:spMkLst>
        </pc:spChg>
        <pc:cxnChg chg="add mod">
          <ac:chgData name="Pablo Garcia Perez" userId="f4931af9-33b2-486a-b7d3-b6b0fe0c0281" providerId="ADAL" clId="{F2C400B4-A147-4468-B995-30D31303B4D2}" dt="2025-08-28T12:12:14.762" v="14" actId="13822"/>
          <ac:cxnSpMkLst>
            <pc:docMk/>
            <pc:sldMk cId="665352017" sldId="256"/>
            <ac:cxnSpMk id="10" creationId="{1D6AFA96-E514-2FA2-5E67-1A1AB2BADED5}"/>
          </ac:cxnSpMkLst>
        </pc:cxnChg>
        <pc:cxnChg chg="add mod">
          <ac:chgData name="Pablo Garcia Perez" userId="f4931af9-33b2-486a-b7d3-b6b0fe0c0281" providerId="ADAL" clId="{F2C400B4-A147-4468-B995-30D31303B4D2}" dt="2025-08-28T12:12:19.855" v="16" actId="13822"/>
          <ac:cxnSpMkLst>
            <pc:docMk/>
            <pc:sldMk cId="665352017" sldId="256"/>
            <ac:cxnSpMk id="11" creationId="{F6859548-42BF-98C6-4187-BC31C7F364D2}"/>
          </ac:cxnSpMkLst>
        </pc:cxnChg>
        <pc:cxnChg chg="add mod">
          <ac:chgData name="Pablo Garcia Perez" userId="f4931af9-33b2-486a-b7d3-b6b0fe0c0281" providerId="ADAL" clId="{F2C400B4-A147-4468-B995-30D31303B4D2}" dt="2025-08-28T12:15:29.467" v="102" actId="13822"/>
          <ac:cxnSpMkLst>
            <pc:docMk/>
            <pc:sldMk cId="665352017" sldId="256"/>
            <ac:cxnSpMk id="16" creationId="{8AB35B64-CC9D-8173-E90C-3D4DF121DCB4}"/>
          </ac:cxnSpMkLst>
        </pc:cxnChg>
        <pc:cxnChg chg="add mod">
          <ac:chgData name="Pablo Garcia Perez" userId="f4931af9-33b2-486a-b7d3-b6b0fe0c0281" providerId="ADAL" clId="{F2C400B4-A147-4468-B995-30D31303B4D2}" dt="2025-08-28T12:17:43.094" v="113" actId="1076"/>
          <ac:cxnSpMkLst>
            <pc:docMk/>
            <pc:sldMk cId="665352017" sldId="256"/>
            <ac:cxnSpMk id="18" creationId="{819461FB-65BD-A644-5E78-FE26597D9B85}"/>
          </ac:cxnSpMkLst>
        </pc:cxnChg>
        <pc:cxnChg chg="add">
          <ac:chgData name="Pablo Garcia Perez" userId="f4931af9-33b2-486a-b7d3-b6b0fe0c0281" providerId="ADAL" clId="{F2C400B4-A147-4468-B995-30D31303B4D2}" dt="2025-08-28T12:18:18.203" v="125" actId="11529"/>
          <ac:cxnSpMkLst>
            <pc:docMk/>
            <pc:sldMk cId="665352017" sldId="256"/>
            <ac:cxnSpMk id="22" creationId="{76155E4A-03D9-1153-6FAF-FA91CA095FAA}"/>
          </ac:cxnSpMkLst>
        </pc:cxnChg>
        <pc:cxnChg chg="add mod">
          <ac:chgData name="Pablo Garcia Perez" userId="f4931af9-33b2-486a-b7d3-b6b0fe0c0281" providerId="ADAL" clId="{F2C400B4-A147-4468-B995-30D31303B4D2}" dt="2025-08-28T12:18:28.326" v="128" actId="14100"/>
          <ac:cxnSpMkLst>
            <pc:docMk/>
            <pc:sldMk cId="665352017" sldId="256"/>
            <ac:cxnSpMk id="23" creationId="{420B4A71-5B16-BF89-A018-C3962F167DBA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9D802-01D9-974F-BD24-60C5DBE242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8DE745-6B21-D872-2D58-4AC094957D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648E65-F5ED-9DDA-0E5A-91B82292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28DA9-B4BB-4CB3-872C-DF2574DFEFBD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EBC7DB-0F72-39BB-8326-B953D16CB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9DEFEB-1652-93AE-A2B1-3ADA6098E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A8732-7CEB-43A0-BA26-34B826389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727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7486B-BBB1-7F21-B31D-8FE80BCD1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A9C3F9-7893-6ADB-1C00-5635690837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180588-8623-5455-3E55-9FA806DB5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28DA9-B4BB-4CB3-872C-DF2574DFEFBD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C47546-AFB8-8B69-55EA-33651CCF4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37701E-E252-23B8-3F27-EFC3F9A40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A8732-7CEB-43A0-BA26-34B826389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2726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67E6D-B09F-A714-F2E7-42DC2E9D8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74EFB3-A98C-2630-D13B-A2998E1A1E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769D17-33F5-EE38-E94D-64C928C8B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28DA9-B4BB-4CB3-872C-DF2574DFEFBD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ED9CB0-82F8-66F6-3C1A-74B59D7AA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652126-21A7-E014-DB33-E51872081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A8732-7CEB-43A0-BA26-34B826389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1530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0F429-FAE8-BC6F-0007-D9541C43A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BE73D5-3D1F-7FBA-FF73-FC16223A7F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5ED6D9-6DCC-E499-842C-D0857B97C5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186CF6-3C05-B044-285B-69D989B65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28DA9-B4BB-4CB3-872C-DF2574DFEFBD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8589C1-206D-3226-614A-821BDD241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03307E-F404-B2BE-B95C-7EDAB44D5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A8732-7CEB-43A0-BA26-34B826389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373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1293A-0179-AC0A-8E00-48CEEB36C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0E6B8F-FB92-32E1-64D6-F478C66DA3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6F33F5-29EB-0B88-39A1-F1569BF2DF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FFB60A-BC54-CE42-075E-04EDA921F7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CA1C6F-C72C-C224-7D01-FC292F527C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26FC6BD-D6D4-2AC7-0DD4-7DEF71A1D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28DA9-B4BB-4CB3-872C-DF2574DFEFBD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78F5DF-B7D3-A6CE-9A9D-03EB1D12C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46542D-7B12-1E88-FA0E-B910FD1B1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A8732-7CEB-43A0-BA26-34B826389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23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FDDCC-B8AF-BDE9-8E6C-7D618C689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E3FFD2-0222-B48E-08BD-93AAEE0E2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28DA9-B4BB-4CB3-872C-DF2574DFEFBD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57452E-BBD1-3383-C201-C228BF6E0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EECD59-30CF-006B-B8F4-118E9A0CF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A8732-7CEB-43A0-BA26-34B826389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3293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D9A1CB-26F0-C53A-61FC-03AEA6FEB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28DA9-B4BB-4CB3-872C-DF2574DFEFBD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5C0B88-6D6E-57CD-5255-9E9353E46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2A7BFF-578B-C268-3971-697DB296B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A8732-7CEB-43A0-BA26-34B826389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58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C38F4-8D9B-1CEA-77D4-056CB8F06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513DBA-F9CF-C234-F32D-2FBD73F980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F54964-84A3-CC1A-2E6B-2F9562FBA7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927541-6987-84FA-3848-8C3341CC0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28DA9-B4BB-4CB3-872C-DF2574DFEFBD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FE8B8C-0B85-DD04-76D3-B89266179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BF0F62-1BBC-BCEC-664F-6BBEB58D1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A8732-7CEB-43A0-BA26-34B826389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8145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80073-E73C-6CF9-DF21-9730877F8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81B929-B3CE-86BB-5469-92930A078D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EDD2D9-D0B2-F7DE-3255-572EBDEAA0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6E999E-CE4F-765E-05B3-55FF55EB9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28DA9-B4BB-4CB3-872C-DF2574DFEFBD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821700-B5E9-E3B5-249A-75919555B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F324A1-D0CE-9198-DCCE-C2471760F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A8732-7CEB-43A0-BA26-34B826389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5340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88A52-DE27-9765-D115-69C0D5496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C455EC-6F3D-72A7-C2A7-111E6C0B64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6CB585-C318-4B89-4C2C-D2F8BE98D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28DA9-B4BB-4CB3-872C-DF2574DFEFBD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9D3E80-6BA0-EBF6-F206-285238793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8A83A9-05AB-694C-0A96-2832E2652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A8732-7CEB-43A0-BA26-34B826389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8257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54E06A-024A-1968-6B54-8175B671F5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EA7144-073F-757F-7A14-4DCA54E1EB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C2C0DA-55BD-A0DC-6FF1-3DE7F8D31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28DA9-B4BB-4CB3-872C-DF2574DFEFBD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800301-BE4B-EC6A-663B-92891E3F9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A5F270-B727-48E9-09EB-45DCEFC2D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A8732-7CEB-43A0-BA26-34B826389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996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E7A273-7C49-A70B-9750-B2F5FC195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7DACDD-7FD8-6C2E-1BE4-6918011C40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7D8006-CE01-EA23-7E4C-146677B120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928DA9-B4BB-4CB3-872C-DF2574DFEFBD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A00924-B235-44B1-FAEB-E521035191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9A795E-D758-F3ED-EBC5-C0E88A4FB1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2A8732-7CEB-43A0-BA26-34B826389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667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D6AFA96-E514-2FA2-5E67-1A1AB2BADED5}"/>
              </a:ext>
            </a:extLst>
          </p:cNvPr>
          <p:cNvCxnSpPr/>
          <p:nvPr/>
        </p:nvCxnSpPr>
        <p:spPr>
          <a:xfrm>
            <a:off x="1273629" y="3537857"/>
            <a:ext cx="31568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6859548-42BF-98C6-4187-BC31C7F364D2}"/>
              </a:ext>
            </a:extLst>
          </p:cNvPr>
          <p:cNvCxnSpPr/>
          <p:nvPr/>
        </p:nvCxnSpPr>
        <p:spPr>
          <a:xfrm>
            <a:off x="6487886" y="3537857"/>
            <a:ext cx="31568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A46A7DC-2540-55A9-ACC5-9220981DDC38}"/>
              </a:ext>
            </a:extLst>
          </p:cNvPr>
          <p:cNvSpPr/>
          <p:nvPr/>
        </p:nvSpPr>
        <p:spPr>
          <a:xfrm>
            <a:off x="990600" y="4080938"/>
            <a:ext cx="6520543" cy="338662"/>
          </a:xfrm>
          <a:custGeom>
            <a:avLst/>
            <a:gdLst>
              <a:gd name="connsiteX0" fmla="*/ 0 w 6520543"/>
              <a:gd name="connsiteY0" fmla="*/ 338662 h 338662"/>
              <a:gd name="connsiteX1" fmla="*/ 1153886 w 6520543"/>
              <a:gd name="connsiteY1" fmla="*/ 208033 h 338662"/>
              <a:gd name="connsiteX2" fmla="*/ 1317171 w 6520543"/>
              <a:gd name="connsiteY2" fmla="*/ 229805 h 338662"/>
              <a:gd name="connsiteX3" fmla="*/ 2002971 w 6520543"/>
              <a:gd name="connsiteY3" fmla="*/ 251576 h 338662"/>
              <a:gd name="connsiteX4" fmla="*/ 2743200 w 6520543"/>
              <a:gd name="connsiteY4" fmla="*/ 131833 h 338662"/>
              <a:gd name="connsiteX5" fmla="*/ 3178629 w 6520543"/>
              <a:gd name="connsiteY5" fmla="*/ 273348 h 338662"/>
              <a:gd name="connsiteX6" fmla="*/ 3810000 w 6520543"/>
              <a:gd name="connsiteY6" fmla="*/ 131833 h 338662"/>
              <a:gd name="connsiteX7" fmla="*/ 4528457 w 6520543"/>
              <a:gd name="connsiteY7" fmla="*/ 197148 h 338662"/>
              <a:gd name="connsiteX8" fmla="*/ 5094514 w 6520543"/>
              <a:gd name="connsiteY8" fmla="*/ 1205 h 338662"/>
              <a:gd name="connsiteX9" fmla="*/ 6520543 w 6520543"/>
              <a:gd name="connsiteY9" fmla="*/ 306005 h 338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520543" h="338662">
                <a:moveTo>
                  <a:pt x="0" y="338662"/>
                </a:moveTo>
                <a:lnTo>
                  <a:pt x="1153886" y="208033"/>
                </a:lnTo>
                <a:cubicBezTo>
                  <a:pt x="1373414" y="189890"/>
                  <a:pt x="1175657" y="222548"/>
                  <a:pt x="1317171" y="229805"/>
                </a:cubicBezTo>
                <a:cubicBezTo>
                  <a:pt x="1458685" y="237062"/>
                  <a:pt x="1765300" y="267905"/>
                  <a:pt x="2002971" y="251576"/>
                </a:cubicBezTo>
                <a:cubicBezTo>
                  <a:pt x="2240642" y="235247"/>
                  <a:pt x="2547257" y="128204"/>
                  <a:pt x="2743200" y="131833"/>
                </a:cubicBezTo>
                <a:cubicBezTo>
                  <a:pt x="2939143" y="135462"/>
                  <a:pt x="3000829" y="273348"/>
                  <a:pt x="3178629" y="273348"/>
                </a:cubicBezTo>
                <a:cubicBezTo>
                  <a:pt x="3356429" y="273348"/>
                  <a:pt x="3585029" y="144533"/>
                  <a:pt x="3810000" y="131833"/>
                </a:cubicBezTo>
                <a:cubicBezTo>
                  <a:pt x="4034971" y="119133"/>
                  <a:pt x="4314371" y="218919"/>
                  <a:pt x="4528457" y="197148"/>
                </a:cubicBezTo>
                <a:cubicBezTo>
                  <a:pt x="4742543" y="175377"/>
                  <a:pt x="4762500" y="-16938"/>
                  <a:pt x="5094514" y="1205"/>
                </a:cubicBezTo>
                <a:cubicBezTo>
                  <a:pt x="5426528" y="19348"/>
                  <a:pt x="6226629" y="251576"/>
                  <a:pt x="6520543" y="306005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0B97BD1-CC8D-4C3A-EFDD-1B9CEC51C1C8}"/>
              </a:ext>
            </a:extLst>
          </p:cNvPr>
          <p:cNvSpPr/>
          <p:nvPr/>
        </p:nvSpPr>
        <p:spPr>
          <a:xfrm>
            <a:off x="1404256" y="2209827"/>
            <a:ext cx="5268686" cy="132802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B2A977D-4E33-19D8-D8FA-C41087D0D4F3}"/>
              </a:ext>
            </a:extLst>
          </p:cNvPr>
          <p:cNvSpPr/>
          <p:nvPr/>
        </p:nvSpPr>
        <p:spPr>
          <a:xfrm>
            <a:off x="1371600" y="3461652"/>
            <a:ext cx="206828" cy="5441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0C8A35-2EE4-5403-FCFE-70F81A6F2C8E}"/>
              </a:ext>
            </a:extLst>
          </p:cNvPr>
          <p:cNvSpPr/>
          <p:nvPr/>
        </p:nvSpPr>
        <p:spPr>
          <a:xfrm>
            <a:off x="1589314" y="3189514"/>
            <a:ext cx="4898572" cy="1349829"/>
          </a:xfrm>
          <a:prstGeom prst="rect">
            <a:avLst/>
          </a:prstGeom>
          <a:solidFill>
            <a:schemeClr val="bg1">
              <a:alpha val="8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50BBACF-CFD9-FA2D-52BB-C9343A4C4833}"/>
              </a:ext>
            </a:extLst>
          </p:cNvPr>
          <p:cNvSpPr/>
          <p:nvPr/>
        </p:nvSpPr>
        <p:spPr>
          <a:xfrm>
            <a:off x="6498772" y="3461652"/>
            <a:ext cx="206828" cy="5441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AB35B64-CC9D-8173-E90C-3D4DF121DCB4}"/>
              </a:ext>
            </a:extLst>
          </p:cNvPr>
          <p:cNvCxnSpPr/>
          <p:nvPr/>
        </p:nvCxnSpPr>
        <p:spPr>
          <a:xfrm>
            <a:off x="5747657" y="2209827"/>
            <a:ext cx="0" cy="132802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5EEC077-9D0F-9268-0A4E-00F0159256C2}"/>
              </a:ext>
            </a:extLst>
          </p:cNvPr>
          <p:cNvSpPr txBox="1"/>
          <p:nvPr/>
        </p:nvSpPr>
        <p:spPr>
          <a:xfrm>
            <a:off x="5731330" y="2549236"/>
            <a:ext cx="772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20cm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19461FB-65BD-A644-5E78-FE26597D9B85}"/>
              </a:ext>
            </a:extLst>
          </p:cNvPr>
          <p:cNvCxnSpPr>
            <a:cxnSpLocks/>
          </p:cNvCxnSpPr>
          <p:nvPr/>
        </p:nvCxnSpPr>
        <p:spPr>
          <a:xfrm>
            <a:off x="4321628" y="3211299"/>
            <a:ext cx="0" cy="11321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B3798AE0-D9A3-1C4A-2666-F93C24265EB8}"/>
              </a:ext>
            </a:extLst>
          </p:cNvPr>
          <p:cNvSpPr txBox="1"/>
          <p:nvPr/>
        </p:nvSpPr>
        <p:spPr>
          <a:xfrm>
            <a:off x="4332514" y="3592683"/>
            <a:ext cx="1121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~11.2 cm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6155E4A-03D9-1153-6FAF-FA91CA095FAA}"/>
              </a:ext>
            </a:extLst>
          </p:cNvPr>
          <p:cNvCxnSpPr/>
          <p:nvPr/>
        </p:nvCxnSpPr>
        <p:spPr>
          <a:xfrm>
            <a:off x="1578428" y="4724400"/>
            <a:ext cx="492034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20B4A71-5B16-BF89-A018-C3962F167DBA}"/>
              </a:ext>
            </a:extLst>
          </p:cNvPr>
          <p:cNvCxnSpPr>
            <a:cxnSpLocks/>
          </p:cNvCxnSpPr>
          <p:nvPr/>
        </p:nvCxnSpPr>
        <p:spPr>
          <a:xfrm>
            <a:off x="1371600" y="2057400"/>
            <a:ext cx="530134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88F4789F-7D0C-C1A3-8CCE-23B51EAE2CDE}"/>
              </a:ext>
            </a:extLst>
          </p:cNvPr>
          <p:cNvSpPr txBox="1"/>
          <p:nvPr/>
        </p:nvSpPr>
        <p:spPr>
          <a:xfrm>
            <a:off x="3918857" y="1687677"/>
            <a:ext cx="1077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75 cm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D16E0A0-1404-B78C-7718-BB2A0ACB8FA8}"/>
              </a:ext>
            </a:extLst>
          </p:cNvPr>
          <p:cNvSpPr txBox="1"/>
          <p:nvPr/>
        </p:nvSpPr>
        <p:spPr>
          <a:xfrm>
            <a:off x="3712028" y="4778014"/>
            <a:ext cx="1077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73 cm</a:t>
            </a:r>
          </a:p>
        </p:txBody>
      </p:sp>
    </p:spTree>
    <p:extLst>
      <p:ext uri="{BB962C8B-B14F-4D97-AF65-F5344CB8AC3E}">
        <p14:creationId xmlns:p14="http://schemas.microsoft.com/office/powerpoint/2010/main" val="6653520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61fd1d36-fecb-47ca-b7d7-d0df0370a198}" enabled="0" method="" siteId="{61fd1d36-fecb-47ca-b7d7-d0df0370a19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8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Aarhus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Pablo Garcia Perez</dc:creator>
  <cp:lastModifiedBy>Pablo Garcia Perez</cp:lastModifiedBy>
  <cp:revision>1</cp:revision>
  <dcterms:created xsi:type="dcterms:W3CDTF">2025-08-28T12:09:57Z</dcterms:created>
  <dcterms:modified xsi:type="dcterms:W3CDTF">2025-08-28T12:18:58Z</dcterms:modified>
</cp:coreProperties>
</file>